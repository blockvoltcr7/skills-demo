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ANATOMY OF AI AGENT SKILLS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694944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Structure &amp; Core Components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3520440"/>
          </a:xfrm>
          <a:prstGeom prst="rect">
            <a:avLst/>
          </a:prstGeom>
          <a:solidFill>
            <a:srgbClr val="1E293B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3931920" cy="43891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— The 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requires this markdown file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956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YAML Front Matter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267712"/>
            <a:ext cx="36576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04288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Identity for the skill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 condition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Body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rules and behavior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follows when activated.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Folder  — contains skill.md + resources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portable: version-controlled tiles that move between platforms.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4297680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43000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code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331720"/>
            <a:ext cx="4297680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331720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520440"/>
            <a:ext cx="4297680" cy="1024128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520440"/>
            <a:ext cx="64008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4069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data files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  •  AI Agent Skills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PROGRESSIVE DISCLOSURE  &amp;  SKILL COMPARISONS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— 3-Tier Loading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560320" cy="1536192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20700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070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Metadata Startup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name &amp; description loaded.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token budget.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115568"/>
            <a:ext cx="2560320" cy="153619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36976" y="120700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12070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Instruction Matching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6642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matches → full skill body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LLM context window.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560320" cy="1536192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20700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12070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Resource Loading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6642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assets, and docs loaded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at the exact point of need.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vs Other AI Knowledge Forms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154680"/>
            <a:ext cx="2560320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54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vs  MCP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529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provides tool access (what the LLM can reach)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2377440" cy="0"/>
          </a:xfrm>
          <a:prstGeom prst="line">
            <a:avLst/>
          </a:prstGeom>
          <a:noFill/>
          <a:ln w="9525">
            <a:solidFill>
              <a:srgbClr val="6366F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6576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add judgment — when &amp; how to use tools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08960" y="3154680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08960" y="3154680"/>
            <a:ext cx="25603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154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vs  RAG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3529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handles factual/semantic memory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0" y="3931920"/>
            <a:ext cx="2377440" cy="0"/>
          </a:xfrm>
          <a:prstGeom prst="line">
            <a:avLst/>
          </a:prstGeom>
          <a:noFill/>
          <a:ln w="9525">
            <a:solidFill>
              <a:srgbClr val="10B981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20040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handle procedural knowledge (how to do tasks)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0" y="3154680"/>
            <a:ext cx="256032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0" y="3154680"/>
            <a:ext cx="25603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154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vs  Fine-Tuning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35295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is permanent and expensive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35040" y="3931920"/>
            <a:ext cx="2377440" cy="0"/>
          </a:xfrm>
          <a:prstGeom prst="line">
            <a:avLst/>
          </a:prstGeom>
          <a:noFill/>
          <a:ln w="9525">
            <a:solidFill>
              <a:srgbClr val="F59E0B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03504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portable, version-controlled, moveable tiles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  •  AI Agent Skills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7680" y="0"/>
            <a:ext cx="484632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are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now...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really good.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2084832"/>
            <a:ext cx="338328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17627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context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5.x, Sonnet 4.x, Opus 4.7…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race never ends.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harness is great.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context is the real differentiator.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411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896112"/>
            <a:ext cx="416052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96112"/>
            <a:ext cx="64008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9692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harness = great results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810512"/>
            <a:ext cx="416052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810512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8836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the real differentiator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24912"/>
            <a:ext cx="416052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724912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79806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 vs quality is a context problem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703320"/>
            <a:ext cx="4160520" cy="960120"/>
          </a:xfrm>
          <a:prstGeom prst="rect">
            <a:avLst/>
          </a:prstGeom>
          <a:solidFill>
            <a:srgbClr val="1C0A0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73168" y="37490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the model that calls tools &amp; skills —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harness that exposes them to the model.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  •  AI Agent Skills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ARCHITECTURE  —  WHAT GETS LOADED INTO AN AI SESSION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68096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54864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84124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841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813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106070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instructions — loaded first on every new session start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26464"/>
            <a:ext cx="54864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499616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499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1472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AGENT.md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0976" y="171907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Folder-scoped context (multiple files allowed in different folders)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084832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084832"/>
            <a:ext cx="54864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" y="2157984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0976" y="2130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Reusable prompt.md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0976" y="237744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prompts you reuse across recurring tasks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743200"/>
            <a:ext cx="5486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" y="2816352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0976" y="2788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/ MCP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0976" y="30358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grep, glob, bash, fetch url, Jira, and other tool calls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401568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401568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" y="347472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0976" y="3447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Prompt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0976" y="369417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actual request — the triggering input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059936"/>
            <a:ext cx="859536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59936"/>
            <a:ext cx="54864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" y="413308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4133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50976" y="4105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50976" y="435254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Disclosure: only name + description loaded initially; full body on match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  •  AI Agent Skills Architecture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Skills: Powering Procedural Memory</dc:title>
  <dc:subject>PptxGenJS Presentation</dc:subject>
  <dc:creator>PptxGenJS</dc:creator>
  <cp:lastModifiedBy>PptxGenJS</cp:lastModifiedBy>
  <cp:revision>1</cp:revision>
  <dcterms:created xsi:type="dcterms:W3CDTF">2026-05-06T00:13:41Z</dcterms:created>
  <dcterms:modified xsi:type="dcterms:W3CDTF">2026-05-06T00:13:41Z</dcterms:modified>
</cp:coreProperties>
</file>
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680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Models Are Strong. Context Still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43434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0">
                <a:solidFill>
                  <a:srgbClr val="B8C1CC"/>
                </a:solidFill>
                <a:latin typeface="Aptos"/>
              </a:defRPr>
            </a:pPr>
            <a:r>
              <a:t>Opening frame: model quality improves, but the harness and context shape the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7" y="1629332"/>
            <a:ext cx="11603736" cy="416626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5-05 at 8.06.4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56764"/>
            <a:ext cx="11548872" cy="41113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28816"/>
            <a:ext cx="8686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66717F"/>
                </a:solidFill>
                <a:latin typeface="Aptos"/>
              </a:defRPr>
            </a:pPr>
            <a:r>
              <a:t>Screenshot 2026-05-05 at 8.06.46 PM.png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680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Context Stack for Agent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43434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0">
                <a:solidFill>
                  <a:srgbClr val="B8C1CC"/>
                </a:solidFill>
                <a:latin typeface="Aptos"/>
              </a:defRPr>
            </a:pPr>
            <a:r>
              <a:t>Global instructions, agent files, prompts, tools, user request, and skills all contribute context.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2140693" y="905256"/>
            <a:ext cx="7907564" cy="56144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05-05 at 8.07.22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25" y="932688"/>
            <a:ext cx="7852700" cy="5559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28816"/>
            <a:ext cx="8686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66717F"/>
                </a:solidFill>
                <a:latin typeface="Aptos"/>
              </a:defRPr>
            </a:pPr>
            <a:r>
              <a:t>Screenshot 2026-05-05 at 8.07.22 PM.png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680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Anatomy of AI Agent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43434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0">
                <a:solidFill>
                  <a:srgbClr val="B8C1CC"/>
                </a:solidFill>
                <a:latin typeface="Aptos"/>
              </a:defRPr>
            </a:pPr>
            <a:r>
              <a:t>Infographic view: skill.md, scripts, references, assets, and progressive disclosure.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612" y="905256"/>
            <a:ext cx="10015728" cy="56144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named 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44" y="932688"/>
            <a:ext cx="9960864" cy="5559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28816"/>
            <a:ext cx="8686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66717F"/>
                </a:solidFill>
                <a:latin typeface="Aptos"/>
              </a:defRPr>
            </a:pPr>
            <a:r>
              <a:t>unnamed (5).png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82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7680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ptos"/>
              </a:defRPr>
            </a:pPr>
            <a:r>
              <a:t>Procedural Memory and Skill 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201168"/>
            <a:ext cx="43434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50" b="0">
                <a:solidFill>
                  <a:srgbClr val="B8C1CC"/>
                </a:solidFill>
                <a:latin typeface="Aptos"/>
              </a:defRPr>
            </a:pPr>
            <a:r>
              <a:t>Second infographic source: skills as portable procedural memory, distinct from MCP, RAG, and fine-tuning.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6612" y="905256"/>
            <a:ext cx="10015728" cy="5614416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named 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044" y="932688"/>
            <a:ext cx="9960864" cy="5559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528816"/>
            <a:ext cx="86868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800" b="0">
                <a:solidFill>
                  <a:srgbClr val="66717F"/>
                </a:solidFill>
                <a:latin typeface="Aptos"/>
              </a:defRPr>
            </a:pPr>
            <a:r>
              <a:t>unnamed (4).png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